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5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56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34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490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04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38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79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19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93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33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5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2F7E2-E3B5-4CCA-B898-CE9C8E5D93F9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24545-33A3-499B-AD88-F6F7DDCBB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893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700549" y="1022555"/>
            <a:ext cx="5793658" cy="466279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altLang="ko-KR" sz="24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35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Main.py (</a:t>
            </a:r>
            <a:r>
              <a:rPr lang="ko-KR" altLang="en-US" sz="3500" b="1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실행페이지</a:t>
            </a:r>
            <a:r>
              <a:rPr lang="en-US" altLang="ko-KR" sz="35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indent="0">
              <a:buNone/>
            </a:pPr>
            <a:endParaRPr lang="en-US" altLang="ko-KR" sz="35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stuFunc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import *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readStu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while True: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choice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main_screen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if choice == 1: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stu_input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choice ==2: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stu_output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sz="half" idx="2"/>
          </p:nvPr>
        </p:nvSpPr>
        <p:spPr>
          <a:xfrm>
            <a:off x="4969162" y="1724081"/>
            <a:ext cx="6668656" cy="4351338"/>
          </a:xfrm>
        </p:spPr>
        <p:txBody>
          <a:bodyPr>
            <a:normAutofit fontScale="70000" lnSpcReduction="20000"/>
          </a:bodyPr>
          <a:lstStyle/>
          <a:p>
            <a:pPr marL="457200" lvl="1" indent="0">
              <a:buNone/>
            </a:pPr>
            <a:r>
              <a:rPr lang="ko-KR" altLang="en-US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choice ==3: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	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stu_update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	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choice ==8 # ★ 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등수별출력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 메뉴 추가</a:t>
            </a: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	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stu_rank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	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choice == 9: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	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writeStu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	else: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	print("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프로그램 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죵료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	           break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055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79848" y="1101214"/>
            <a:ext cx="4796952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student.py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class Student: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__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__(self,*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if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 == 5: 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self.no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self.name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self.kor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self.eng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self.math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self.kor+self.eng+self.math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self.avg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/3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0 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추가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아직 계산 전 초기값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247847" y="1864277"/>
            <a:ext cx="5427407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</a:p>
          <a:p>
            <a:r>
              <a:rPr lang="en-US" altLang="ko-KR" sz="2000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 == 7: 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self.no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self.name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self.kor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self.eng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self.math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[5]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self.avg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[6]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0   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       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추가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아직 계산 전 초기값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/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284064" y="1629452"/>
            <a:ext cx="5427407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</a:p>
          <a:p>
            <a:r>
              <a:rPr lang="en-US" altLang="ko-KR" sz="2000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 == 8:   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등수까지 저장된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[7])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파일을 읽을 때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self.no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self.name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self.kor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self.eng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self.math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[5]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self.avg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[6]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[7]  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추가</a:t>
            </a:r>
          </a:p>
          <a:p>
            <a:pPr latinLnBrk="0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/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77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236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8200" y="1268362"/>
            <a:ext cx="10613922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student.py </a:t>
            </a:r>
          </a:p>
          <a:p>
            <a:endParaRPr lang="en-US" altLang="ko-KR" sz="2000" dirty="0">
              <a:solidFill>
                <a:srgbClr val="6E77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__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__(self):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return f"{self.no}\t{self.name}\t{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self.kor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}\t{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self.eng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}\t{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self.math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}\t{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}\t{self.avg:.2f}\t{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}"  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 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추가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s_total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(self):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self.kor+self.eng+self.math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s_avg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(self):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self.avg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/3 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print(self):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return f"{self.no},{self.name},{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self.kor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},{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self.eng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},{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self.math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},{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},{self.avg:.2f},{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}"  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  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추가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06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584050" y="1149780"/>
            <a:ext cx="10422194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students.py </a:t>
            </a:r>
          </a:p>
          <a:p>
            <a:endParaRPr lang="en-US" altLang="ko-KR" dirty="0">
              <a:solidFill>
                <a:srgbClr val="CF22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class Students():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slist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=[]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add(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self,s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self.slist.append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(s)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set_rank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(self):      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계산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신규 추가 함수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ranked = sorted(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self.slist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key=lambda s: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reverse=True)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rank = 0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prev_total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None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for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s in enumerate(ranked, start=1):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if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!=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prev_total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    #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총점이 다르면 등수 갱신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    rank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rank         # 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동점자는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 같은 등수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prev_total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s.total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983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94888" y="1401545"/>
            <a:ext cx="1042219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students.py </a:t>
            </a:r>
          </a:p>
          <a:p>
            <a:endParaRPr lang="en-US" altLang="ko-KR" dirty="0">
              <a:solidFill>
                <a:srgbClr val="CF22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print(self):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self.set_rank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      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출력 직전 등수 계산 호출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print()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print("-"*25, end="")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print("[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학생성적출력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]")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print("-"*60)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print("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번호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이름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국어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영어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수학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합계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평균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")  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추가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for s in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self.slist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print(s)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118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8200" y="1532332"/>
            <a:ext cx="10225549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StuFunc.py </a:t>
            </a:r>
          </a:p>
          <a:p>
            <a:endParaRPr lang="en-US" altLang="ko-KR" dirty="0">
              <a:solidFill>
                <a:srgbClr val="AF00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from student import Student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from students import Students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Students()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stuNum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1 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stuList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=[]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title=["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번호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이름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국어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영어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수학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합계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평균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"]   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추가</a:t>
            </a:r>
          </a:p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s_title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=["no","name","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kor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","math","total","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","rank"]  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추가</a:t>
            </a:r>
          </a:p>
          <a:p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02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10491" y="143453"/>
            <a:ext cx="10515600" cy="863907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460327" y="905760"/>
            <a:ext cx="1162083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readStu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global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stuNum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with open ("C:/aaa/stu.txt.txt", "r", encoding="utf-8") as f: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while True: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f.readline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if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== "" : break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if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str.strip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 == "" : continue  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빈 줄이면 건너뛰기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IndexError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방지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str.split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(",")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for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i,s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in enumerate(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    if 0&lt;=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&lt;=1 : continue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2&lt;=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&lt;=5: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]=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(float(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s.strip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()))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==6: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]=float(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s.strip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==7: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]=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s.strip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())  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추가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[7])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if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 &gt;= 8:  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등수까지 저장된 파일이면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stus.add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(Student(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[0],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[1],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[2],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[3],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[4],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[5],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[6],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[7]))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else:  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없는 예전 파일도 읽을 수 있게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stus.add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(Student(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[0],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[1],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[2],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[3],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[4],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[5],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[6]))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stuNum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stus.slist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 + 1 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423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8200" y="1517640"/>
            <a:ext cx="1080803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writeStu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with open ("C:/aaa/stu.txt.txt", "w", encoding="utf-8") as f:  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	# "a" -&gt; "w" :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저장할 때마다 중복 누적되는 문제 해결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stus.set_rank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  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저장 전 등수 계산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for s in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stus.slist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line = f"{s.no},{s.name},{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s.kor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},{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s.eng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},{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s.math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},{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},{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s.avg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},{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}"   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추가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f.write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(line + "\n")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print("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성적파일이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 저장되었습니다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85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002890" y="1279236"/>
            <a:ext cx="97830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main_screen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print("[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학생성적프로그램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]")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print("1. 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성적입력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print("2. 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성적출력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print("3. 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성적수정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print("91.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성적파일저장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print("8. 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등수별출력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")  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 메뉴 추가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프로그램 종료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print("-"*60)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choice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(input("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원하는 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번호입력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: "))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return choice 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310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4294967295"/>
          </p:nvPr>
        </p:nvSpPr>
        <p:spPr>
          <a:xfrm>
            <a:off x="725800" y="1553471"/>
            <a:ext cx="8488517" cy="4351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1800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dirty="0" err="1">
                <a:latin typeface="Arial" panose="020B0604020202020204" pitchFamily="34" charset="0"/>
                <a:cs typeface="Arial" panose="020B0604020202020204" pitchFamily="34" charset="0"/>
              </a:rPr>
              <a:t>stu_input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endParaRPr lang="ko-KR" altLang="ko-K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    global </a:t>
            </a:r>
            <a:r>
              <a:rPr lang="en-US" altLang="ko-KR" sz="1800" dirty="0" err="1">
                <a:latin typeface="Arial" panose="020B0604020202020204" pitchFamily="34" charset="0"/>
                <a:cs typeface="Arial" panose="020B0604020202020204" pitchFamily="34" charset="0"/>
              </a:rPr>
              <a:t>stuNum</a:t>
            </a:r>
            <a:endParaRPr lang="ko-KR" altLang="ko-K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    while True:</a:t>
            </a:r>
            <a:endParaRPr lang="ko-KR" altLang="ko-K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        print()</a:t>
            </a:r>
            <a:endParaRPr lang="ko-KR" altLang="ko-K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        print("[ </a:t>
            </a:r>
            <a:r>
              <a:rPr lang="ko-KR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학생성적입력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 ]")</a:t>
            </a:r>
            <a:endParaRPr lang="ko-KR" altLang="ko-K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        no = </a:t>
            </a:r>
            <a:r>
              <a:rPr lang="en-US" altLang="ko-KR" sz="1800" dirty="0" err="1">
                <a:latin typeface="Arial" panose="020B0604020202020204" pitchFamily="34" charset="0"/>
                <a:cs typeface="Arial" panose="020B0604020202020204" pitchFamily="34" charset="0"/>
              </a:rPr>
              <a:t>stuNum</a:t>
            </a:r>
            <a:endParaRPr lang="ko-KR" altLang="ko-K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        name = input(f"{</a:t>
            </a:r>
            <a:r>
              <a:rPr lang="en-US" altLang="ko-KR" sz="1800" dirty="0" err="1">
                <a:latin typeface="Arial" panose="020B0604020202020204" pitchFamily="34" charset="0"/>
                <a:cs typeface="Arial" panose="020B0604020202020204" pitchFamily="34" charset="0"/>
              </a:rPr>
              <a:t>stuNum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r>
              <a:rPr lang="ko-KR" altLang="ko-KR" sz="1800" dirty="0" err="1">
                <a:latin typeface="Arial" panose="020B0604020202020204" pitchFamily="34" charset="0"/>
                <a:cs typeface="Arial" panose="020B0604020202020204" pitchFamily="34" charset="0"/>
              </a:rPr>
              <a:t>학생이름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 (0.</a:t>
            </a:r>
            <a:r>
              <a:rPr lang="ko-KR" altLang="ko-KR" sz="1800" dirty="0" err="1">
                <a:latin typeface="Arial" panose="020B0604020202020204" pitchFamily="34" charset="0"/>
                <a:cs typeface="Arial" panose="020B0604020202020204" pitchFamily="34" charset="0"/>
              </a:rPr>
              <a:t>이전페이지</a:t>
            </a:r>
            <a:r>
              <a:rPr lang="ko-KR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 이동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 ): ")</a:t>
            </a:r>
            <a:endParaRPr lang="ko-KR" altLang="ko-K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        if name == '0': </a:t>
            </a:r>
            <a:endParaRPr lang="ko-KR" altLang="ko-K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            break </a:t>
            </a:r>
            <a:endParaRPr lang="ko-KR" altLang="ko-K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       </a:t>
            </a:r>
            <a:endParaRPr lang="ko-KR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9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205792" y="1536174"/>
            <a:ext cx="978041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 err="1"/>
              <a:t>kor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(input("</a:t>
            </a:r>
            <a:r>
              <a:rPr lang="ko-KR" altLang="ko-KR" sz="2000" dirty="0"/>
              <a:t>국어</a:t>
            </a:r>
            <a:r>
              <a:rPr lang="en-US" altLang="ko-KR" sz="2000" dirty="0"/>
              <a:t> : "))</a:t>
            </a:r>
            <a:endParaRPr lang="ko-KR" altLang="ko-KR" sz="2000" dirty="0"/>
          </a:p>
          <a:p>
            <a:r>
              <a:rPr lang="en-US" altLang="ko-KR" sz="2000" dirty="0" err="1"/>
              <a:t>eng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(input("</a:t>
            </a:r>
            <a:r>
              <a:rPr lang="ko-KR" altLang="ko-KR" sz="2000" dirty="0"/>
              <a:t>영어</a:t>
            </a:r>
            <a:r>
              <a:rPr lang="en-US" altLang="ko-KR" sz="2000" dirty="0"/>
              <a:t> : "))</a:t>
            </a:r>
            <a:endParaRPr lang="ko-KR" altLang="ko-KR" sz="2000" dirty="0"/>
          </a:p>
          <a:p>
            <a:r>
              <a:rPr lang="en-US" altLang="ko-KR" sz="2000" dirty="0"/>
              <a:t>math =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(input("</a:t>
            </a:r>
            <a:r>
              <a:rPr lang="ko-KR" altLang="ko-KR" sz="2000" dirty="0"/>
              <a:t>수학</a:t>
            </a:r>
            <a:r>
              <a:rPr lang="en-US" altLang="ko-KR" sz="2000" dirty="0"/>
              <a:t> : "))</a:t>
            </a:r>
            <a:endParaRPr lang="ko-KR" altLang="ko-KR" sz="2000" dirty="0"/>
          </a:p>
          <a:p>
            <a:r>
              <a:rPr lang="en-US" altLang="ko-KR" sz="2000" dirty="0"/>
              <a:t>total = </a:t>
            </a:r>
            <a:r>
              <a:rPr lang="en-US" altLang="ko-KR" sz="2000" dirty="0" err="1"/>
              <a:t>kor+eng+math</a:t>
            </a:r>
            <a:endParaRPr lang="ko-KR" altLang="ko-KR" sz="2000" dirty="0"/>
          </a:p>
          <a:p>
            <a:r>
              <a:rPr lang="en-US" altLang="ko-KR" sz="2000" dirty="0" err="1"/>
              <a:t>avg</a:t>
            </a:r>
            <a:r>
              <a:rPr lang="en-US" altLang="ko-KR" sz="2000" dirty="0"/>
              <a:t> = total/3</a:t>
            </a:r>
            <a:endParaRPr lang="ko-KR" altLang="ko-KR" sz="2000" dirty="0"/>
          </a:p>
          <a:p>
            <a:r>
              <a:rPr lang="en-US" altLang="ko-KR" sz="2000" dirty="0"/>
              <a:t> </a:t>
            </a:r>
            <a:endParaRPr lang="ko-KR" altLang="ko-KR" sz="2000" dirty="0"/>
          </a:p>
          <a:p>
            <a:r>
              <a:rPr lang="en-US" altLang="ko-KR" sz="2000" dirty="0"/>
              <a:t>        </a:t>
            </a:r>
            <a:r>
              <a:rPr lang="en-US" altLang="ko-KR" sz="2000" dirty="0" err="1"/>
              <a:t>stus.add</a:t>
            </a:r>
            <a:r>
              <a:rPr lang="en-US" altLang="ko-KR" sz="2000" dirty="0"/>
              <a:t>(Student(</a:t>
            </a:r>
            <a:r>
              <a:rPr lang="en-US" altLang="ko-KR" sz="2000" dirty="0" err="1"/>
              <a:t>no,name,kor,eng,math,total,avg</a:t>
            </a:r>
            <a:r>
              <a:rPr lang="en-US" altLang="ko-KR" sz="2000" dirty="0"/>
              <a:t>))   </a:t>
            </a:r>
          </a:p>
          <a:p>
            <a:r>
              <a:rPr lang="en-US" altLang="ko-KR" sz="2000" dirty="0"/>
              <a:t>	# </a:t>
            </a:r>
            <a:r>
              <a:rPr lang="ko-KR" altLang="ko-KR" sz="2000" dirty="0"/>
              <a:t>등수는 자동 계산되므로 </a:t>
            </a:r>
            <a:r>
              <a:rPr lang="ko-KR" altLang="ko-KR" sz="2000" dirty="0" err="1"/>
              <a:t>입력받지</a:t>
            </a:r>
            <a:r>
              <a:rPr lang="ko-KR" altLang="ko-KR" sz="2000" dirty="0"/>
              <a:t> 않음</a:t>
            </a:r>
            <a:endParaRPr lang="en-US" altLang="ko-KR" sz="2000" dirty="0"/>
          </a:p>
          <a:p>
            <a:endParaRPr lang="ko-KR" altLang="ko-KR" sz="2000" dirty="0"/>
          </a:p>
          <a:p>
            <a:r>
              <a:rPr lang="en-US" altLang="ko-KR" sz="2000" dirty="0"/>
              <a:t>        print(f"{</a:t>
            </a:r>
            <a:r>
              <a:rPr lang="en-US" altLang="ko-KR" sz="2000" dirty="0" err="1"/>
              <a:t>stuNum</a:t>
            </a:r>
            <a:r>
              <a:rPr lang="en-US" altLang="ko-KR" sz="2000" dirty="0"/>
              <a:t>}.{name} </a:t>
            </a:r>
            <a:r>
              <a:rPr lang="ko-KR" altLang="ko-KR" sz="2000" dirty="0" err="1"/>
              <a:t>학생성적이</a:t>
            </a:r>
            <a:r>
              <a:rPr lang="ko-KR" altLang="ko-KR" sz="2000" dirty="0"/>
              <a:t> 저장되었습니다</a:t>
            </a:r>
            <a:r>
              <a:rPr lang="en-US" altLang="ko-KR" sz="2000" dirty="0"/>
              <a:t>.")</a:t>
            </a:r>
            <a:endParaRPr lang="ko-KR" altLang="ko-KR" sz="2000" dirty="0"/>
          </a:p>
          <a:p>
            <a:r>
              <a:rPr lang="en-US" altLang="ko-KR" sz="2000" dirty="0"/>
              <a:t>        print()</a:t>
            </a:r>
            <a:endParaRPr lang="ko-KR" altLang="ko-KR" sz="2000" dirty="0"/>
          </a:p>
          <a:p>
            <a:r>
              <a:rPr lang="en-US" altLang="ko-KR" sz="2000" dirty="0"/>
              <a:t>        </a:t>
            </a:r>
            <a:r>
              <a:rPr lang="en-US" altLang="ko-KR" sz="2000" dirty="0" err="1"/>
              <a:t>stuNum</a:t>
            </a:r>
            <a:r>
              <a:rPr lang="en-US" altLang="ko-KR" sz="2000" dirty="0"/>
              <a:t> += 1</a:t>
            </a:r>
            <a:endParaRPr lang="ko-KR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137451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079761" y="1511862"/>
            <a:ext cx="1020938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stu_output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stus.print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stu_rank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():    # ★ 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등수순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 출력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신규 추가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stus.set_rank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ranked = sorted(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stus.slist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key=lambda s: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print("-"*25, end="")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print("[ 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등수별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 학생성적출력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]")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print("-"*60)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print("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번호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이름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국어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영어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수학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합계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평균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","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등수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for s in ranked: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print(s)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ko-KR" kern="1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622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81622" y="1553097"/>
            <a:ext cx="1002875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stu_update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temp = 0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name = input("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수정할 학생 이름을 입력하세요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")</a:t>
            </a:r>
          </a:p>
          <a:p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for s in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stus.slist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if s.name == name 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temp = 1 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print(f"{name}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학생이 검색되었습니다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.")</a:t>
            </a:r>
          </a:p>
          <a:p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print("[ </a:t>
            </a:r>
            <a:r>
              <a:rPr lang="ko-KR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수정과목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]")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print("1.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국어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2.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영어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 3.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수학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print("-"*60)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choice =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(input("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과목을 선택하세요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(0.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취소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)&gt;&gt; "))</a:t>
            </a:r>
          </a:p>
          <a:p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90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17870" y="1323677"/>
            <a:ext cx="10130057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kern="100" dirty="0">
                <a:latin typeface="Arial" panose="020B0604020202020204" pitchFamily="34" charset="0"/>
                <a:cs typeface="Arial" panose="020B0604020202020204" pitchFamily="34" charset="0"/>
              </a:rPr>
              <a:t>           </a:t>
            </a:r>
            <a:r>
              <a:rPr lang="en-US" altLang="ko-KR" dirty="0"/>
              <a:t>            if choice == 1:</a:t>
            </a:r>
            <a:endParaRPr lang="ko-KR" altLang="ko-KR" dirty="0"/>
          </a:p>
          <a:p>
            <a:r>
              <a:rPr lang="en-US" altLang="ko-KR" dirty="0"/>
              <a:t>                	    print("[ </a:t>
            </a:r>
            <a:r>
              <a:rPr lang="ko-KR" altLang="ko-KR" dirty="0" err="1"/>
              <a:t>국어점수</a:t>
            </a:r>
            <a:r>
              <a:rPr lang="ko-KR" altLang="ko-KR" dirty="0"/>
              <a:t> 변경</a:t>
            </a:r>
            <a:r>
              <a:rPr lang="en-US" altLang="ko-KR" dirty="0"/>
              <a:t> ]")</a:t>
            </a:r>
            <a:endParaRPr lang="ko-KR" altLang="ko-KR" dirty="0"/>
          </a:p>
          <a:p>
            <a:r>
              <a:rPr lang="en-US" altLang="ko-KR" dirty="0"/>
              <a:t>                          print("</a:t>
            </a:r>
            <a:r>
              <a:rPr lang="ko-KR" altLang="ko-KR" dirty="0" err="1"/>
              <a:t>현재점수</a:t>
            </a:r>
            <a:r>
              <a:rPr lang="en-US" altLang="ko-KR" dirty="0"/>
              <a:t> : ", </a:t>
            </a:r>
            <a:r>
              <a:rPr lang="en-US" altLang="ko-KR" dirty="0" err="1"/>
              <a:t>s.kor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en-US" altLang="ko-KR" dirty="0"/>
              <a:t>                	   </a:t>
            </a:r>
            <a:r>
              <a:rPr lang="en-US" altLang="ko-KR" dirty="0" err="1"/>
              <a:t>s.kor</a:t>
            </a:r>
            <a:r>
              <a:rPr lang="en-US" altLang="ko-KR" dirty="0"/>
              <a:t> = </a:t>
            </a:r>
            <a:r>
              <a:rPr lang="en-US" altLang="ko-KR" dirty="0" err="1"/>
              <a:t>int</a:t>
            </a:r>
            <a:r>
              <a:rPr lang="en-US" altLang="ko-KR" dirty="0"/>
              <a:t>(input("</a:t>
            </a:r>
            <a:r>
              <a:rPr lang="ko-KR" altLang="ko-KR" dirty="0"/>
              <a:t>변경점수입력</a:t>
            </a:r>
            <a:r>
              <a:rPr lang="en-US" altLang="ko-KR" dirty="0"/>
              <a:t> : "))</a:t>
            </a:r>
            <a:endParaRPr lang="ko-KR" altLang="ko-KR" dirty="0"/>
          </a:p>
          <a:p>
            <a:endParaRPr lang="en-US" altLang="ko-KR" dirty="0"/>
          </a:p>
          <a:p>
            <a:r>
              <a:rPr lang="en-US" altLang="ko-KR" dirty="0"/>
              <a:t>                  </a:t>
            </a:r>
            <a:r>
              <a:rPr lang="en-US" altLang="ko-KR" dirty="0" err="1"/>
              <a:t>elif</a:t>
            </a:r>
            <a:r>
              <a:rPr lang="en-US" altLang="ko-KR" dirty="0"/>
              <a:t> choice == 2:</a:t>
            </a:r>
            <a:endParaRPr lang="ko-KR" altLang="ko-KR" dirty="0"/>
          </a:p>
          <a:p>
            <a:pPr lvl="1"/>
            <a:r>
              <a:rPr lang="en-US" altLang="ko-KR" dirty="0"/>
              <a:t>                  print("[ </a:t>
            </a:r>
            <a:r>
              <a:rPr lang="ko-KR" altLang="ko-KR" dirty="0"/>
              <a:t>영어점수 변경</a:t>
            </a:r>
            <a:r>
              <a:rPr lang="en-US" altLang="ko-KR" dirty="0"/>
              <a:t> ]")</a:t>
            </a:r>
            <a:endParaRPr lang="ko-KR" altLang="ko-KR" dirty="0"/>
          </a:p>
          <a:p>
            <a:pPr lvl="1"/>
            <a:r>
              <a:rPr lang="en-US" altLang="ko-KR" dirty="0"/>
              <a:t>                  print("</a:t>
            </a:r>
            <a:r>
              <a:rPr lang="ko-KR" altLang="ko-KR" dirty="0" err="1"/>
              <a:t>현재점수</a:t>
            </a:r>
            <a:r>
              <a:rPr lang="en-US" altLang="ko-KR" dirty="0"/>
              <a:t> : ", </a:t>
            </a:r>
            <a:r>
              <a:rPr lang="en-US" altLang="ko-KR" dirty="0" err="1"/>
              <a:t>s.eng</a:t>
            </a:r>
            <a:r>
              <a:rPr lang="en-US" altLang="ko-KR" dirty="0"/>
              <a:t>)</a:t>
            </a:r>
            <a:endParaRPr lang="ko-KR" altLang="ko-KR" dirty="0"/>
          </a:p>
          <a:p>
            <a:pPr lvl="1"/>
            <a:r>
              <a:rPr lang="en-US" altLang="ko-KR" dirty="0"/>
              <a:t>                  </a:t>
            </a:r>
            <a:r>
              <a:rPr lang="en-US" altLang="ko-KR" dirty="0" err="1"/>
              <a:t>s.eng</a:t>
            </a:r>
            <a:r>
              <a:rPr lang="en-US" altLang="ko-KR" dirty="0"/>
              <a:t> = </a:t>
            </a:r>
            <a:r>
              <a:rPr lang="en-US" altLang="ko-KR" dirty="0" err="1"/>
              <a:t>int</a:t>
            </a:r>
            <a:r>
              <a:rPr lang="en-US" altLang="ko-KR" dirty="0"/>
              <a:t>(input("</a:t>
            </a:r>
            <a:r>
              <a:rPr lang="ko-KR" altLang="ko-KR" dirty="0"/>
              <a:t>변경점수입력</a:t>
            </a:r>
            <a:r>
              <a:rPr lang="en-US" altLang="ko-KR" dirty="0"/>
              <a:t> : "))</a:t>
            </a:r>
          </a:p>
          <a:p>
            <a:pPr lvl="1"/>
            <a:endParaRPr lang="ko-KR" altLang="ko-KR" dirty="0"/>
          </a:p>
          <a:p>
            <a:r>
              <a:rPr lang="en-US" altLang="ko-KR" dirty="0"/>
              <a:t>                 </a:t>
            </a:r>
            <a:r>
              <a:rPr lang="en-US" altLang="ko-KR" dirty="0" err="1"/>
              <a:t>elif</a:t>
            </a:r>
            <a:r>
              <a:rPr lang="en-US" altLang="ko-KR" dirty="0"/>
              <a:t> choice == 3:</a:t>
            </a:r>
            <a:endParaRPr lang="ko-KR" altLang="ko-KR" dirty="0"/>
          </a:p>
          <a:p>
            <a:pPr lvl="1"/>
            <a:r>
              <a:rPr lang="en-US" altLang="ko-KR" dirty="0"/>
              <a:t>                 print("[ </a:t>
            </a:r>
            <a:r>
              <a:rPr lang="ko-KR" altLang="ko-KR" dirty="0" err="1"/>
              <a:t>수학점수</a:t>
            </a:r>
            <a:r>
              <a:rPr lang="ko-KR" altLang="ko-KR" dirty="0"/>
              <a:t> 변경</a:t>
            </a:r>
            <a:r>
              <a:rPr lang="en-US" altLang="ko-KR" dirty="0"/>
              <a:t> ]")</a:t>
            </a:r>
            <a:endParaRPr lang="ko-KR" altLang="ko-KR" dirty="0"/>
          </a:p>
          <a:p>
            <a:pPr lvl="1"/>
            <a:r>
              <a:rPr lang="en-US" altLang="ko-KR" dirty="0"/>
              <a:t>                 print("</a:t>
            </a:r>
            <a:r>
              <a:rPr lang="ko-KR" altLang="ko-KR" dirty="0" err="1"/>
              <a:t>현재점수</a:t>
            </a:r>
            <a:r>
              <a:rPr lang="en-US" altLang="ko-KR" dirty="0"/>
              <a:t> : ", </a:t>
            </a:r>
            <a:r>
              <a:rPr lang="en-US" altLang="ko-KR" dirty="0" err="1"/>
              <a:t>s.math</a:t>
            </a:r>
            <a:r>
              <a:rPr lang="en-US" altLang="ko-KR" dirty="0"/>
              <a:t>)</a:t>
            </a:r>
            <a:endParaRPr lang="ko-KR" altLang="ko-KR" dirty="0"/>
          </a:p>
          <a:p>
            <a:pPr lvl="1"/>
            <a:r>
              <a:rPr lang="en-US" altLang="ko-KR" dirty="0"/>
              <a:t>                 </a:t>
            </a:r>
            <a:r>
              <a:rPr lang="en-US" altLang="ko-KR" dirty="0" err="1"/>
              <a:t>s.math</a:t>
            </a:r>
            <a:r>
              <a:rPr lang="en-US" altLang="ko-KR" dirty="0"/>
              <a:t> = </a:t>
            </a:r>
            <a:r>
              <a:rPr lang="en-US" altLang="ko-KR" dirty="0" err="1"/>
              <a:t>int</a:t>
            </a:r>
            <a:r>
              <a:rPr lang="en-US" altLang="ko-KR" dirty="0"/>
              <a:t>(input("</a:t>
            </a:r>
            <a:r>
              <a:rPr lang="ko-KR" altLang="ko-KR" dirty="0"/>
              <a:t>변경점수입력</a:t>
            </a:r>
            <a:r>
              <a:rPr lang="en-US" altLang="ko-KR" dirty="0"/>
              <a:t> : "))</a:t>
            </a:r>
            <a:endParaRPr lang="ko-KR" altLang="ko-KR" dirty="0"/>
          </a:p>
          <a:p>
            <a:r>
              <a:rPr lang="en-US" altLang="ko-KR" dirty="0"/>
              <a:t> </a:t>
            </a:r>
            <a:endParaRPr lang="ko-KR" altLang="ko-KR" dirty="0"/>
          </a:p>
          <a:p>
            <a:r>
              <a:rPr lang="en-US" altLang="ko-KR" dirty="0"/>
              <a:t>     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865017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/>
          <a:lstStyle/>
          <a:p>
            <a:pPr algn="ctr"/>
            <a:r>
              <a:rPr lang="ko-KR" altLang="en-US" sz="4000" dirty="0"/>
              <a:t>학생성적프로그램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클래스 사용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479158" y="1829109"/>
            <a:ext cx="84222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s.s_total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s.s_avg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stus.set_rank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()   # ★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점수 수정 후 등수 재계산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print("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수정이 완료되었습니다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    print()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if temp==0: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      print(f"{name}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학생이 없습니다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다시 검색하세요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.")</a:t>
            </a:r>
            <a:endParaRPr lang="ko-KR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30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1883</Words>
  <Application>Microsoft Office PowerPoint</Application>
  <PresentationFormat>와이드스크린</PresentationFormat>
  <Paragraphs>255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  <vt:lpstr>학생성적프로그램 (클래스 사용)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학생성적프로그램 (클래스 사용)</dc:title>
  <dc:creator>TRACEY</dc:creator>
  <cp:lastModifiedBy>mbc</cp:lastModifiedBy>
  <cp:revision>14</cp:revision>
  <dcterms:created xsi:type="dcterms:W3CDTF">2026-09-09T12:06:31Z</dcterms:created>
  <dcterms:modified xsi:type="dcterms:W3CDTF">2026-09-13T23:53:24Z</dcterms:modified>
</cp:coreProperties>
</file>